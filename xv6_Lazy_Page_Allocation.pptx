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697480"/>
            <a:ext cx="36576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Page Allocation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xv6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502920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Gehad Almolla  •  Ohoud Khaled  •  Shadw Ali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Radwan  •  Areej Khaled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eager allocation is inefficient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45720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7744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Concepts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memory, page tables, page faults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1148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83280"/>
            <a:ext cx="45720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47472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429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code modifications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88720"/>
            <a:ext cx="45720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28016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 cases, all passed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86000"/>
            <a:ext cx="45720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377440"/>
            <a:ext cx="420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Conclusion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Issue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original xv6, when a process calls </a:t>
            </a:r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sbrk()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physical memory is allocated immediately — even if the process never uses most of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023360" cy="2331720"/>
          </a:xfrm>
          <a:prstGeom prst="rect">
            <a:avLst/>
          </a:prstGeom>
          <a:solidFill>
            <a:srgbClr val="1A0808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06040"/>
            <a:ext cx="40233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24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 (Eager)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sbrk(n) called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pages allocated NOW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used → maybe never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Wasteful for large requests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606040"/>
            <a:ext cx="4023360" cy="2331720"/>
          </a:xfrm>
          <a:prstGeom prst="rect">
            <a:avLst/>
          </a:prstGeom>
          <a:solidFill>
            <a:srgbClr val="081A0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606040"/>
            <a:ext cx="402336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6243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 (Lazy)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1546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sbrk(n) called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p-&gt;sz increases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pages allocated on first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Memory-efficient, realistic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3600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lazy page allocation (demand paging) in xv6 — delay physical memory allocation until a page fault occurs.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Key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Virtual Memory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>
                    <a:alpha val="70000"/>
                  </a:srgbClr>
                </a:solidFill>
              </a:rPr>
              <a:t>VM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use logical addresses independent of physical RAM. The OS manages the mapping between them transparently.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56032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33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Page Tables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>
                    <a:alpha val="70000"/>
                  </a:srgbClr>
                </a:solidFill>
              </a:rPr>
              <a:t>PT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that map virtual page addresses to physical frame addresses. Each process has its own page table.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56032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56032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332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Page Faults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1783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>
                    <a:alpha val="70000"/>
                  </a:srgbClr>
                </a:solidFill>
              </a:rPr>
              <a:t>PF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63640" y="274320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interrupt triggered when a process accesses an unmapped virtual address. The OS handler allocates the needed page.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526"/>
          </a:solidFill>
          <a:ln w="12700">
            <a:solidFill>
              <a:srgbClr val="0915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operating systems (Linux, macOS, Windows) all rely on demand paging for memory efficiency — xv6 originally lacks this.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931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Modify sys_sbrk()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kernel/sysproc.c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positive growth: only increase p-&gt;sz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call growproc() immediately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gets virtual address space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3931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05156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1078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Handle Page Faults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627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kernel/trap.c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page fault via scause register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faulting virtual address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address is within process bounds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physical page with kalloc()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 with mappages(), resume execution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005840"/>
            <a:ext cx="2743200" cy="39319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005840"/>
            <a:ext cx="2743200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05156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1078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 VM Functions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16276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kernel/vm.c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0116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assumed all pages always exist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uvmunmap, uvmcopy to tolerate missing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kernel panics with sparse address spaces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fork() works with lazy memory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 Handling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234440" cy="1005840"/>
          </a:xfrm>
          <a:prstGeom prst="rect">
            <a:avLst/>
          </a:prstGeom>
          <a:solidFill>
            <a:srgbClr val="1A1A1A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23444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accesses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address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463040"/>
            <a:ext cx="164592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13990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1005840"/>
            <a:ext cx="1234440" cy="1005840"/>
          </a:xfrm>
          <a:prstGeom prst="rect">
            <a:avLst/>
          </a:prstGeom>
          <a:solidFill>
            <a:srgbClr val="1A1A1A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91640" y="1005840"/>
            <a:ext cx="123444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188720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triggers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463040"/>
            <a:ext cx="164592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13990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1005840"/>
            <a:ext cx="1234440" cy="1005840"/>
          </a:xfrm>
          <a:prstGeom prst="rect">
            <a:avLst/>
          </a:prstGeom>
          <a:solidFill>
            <a:srgbClr val="1A1A1A"/>
          </a:solidFill>
          <a:ln w="25400">
            <a:solidFill>
              <a:srgbClr val="EAB30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005840"/>
            <a:ext cx="1234440" cy="1645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188720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trap.c handler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scause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463040"/>
            <a:ext cx="164592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13990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1234440" cy="1005840"/>
          </a:xfrm>
          <a:prstGeom prst="rect">
            <a:avLst/>
          </a:prstGeom>
          <a:solidFill>
            <a:srgbClr val="1A1A1A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1005840"/>
            <a:ext cx="123444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188720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faulting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in bounds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1463040"/>
            <a:ext cx="164592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9592" y="13990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1005840"/>
            <a:ext cx="1234440" cy="1005840"/>
          </a:xfrm>
          <a:prstGeom prst="rect">
            <a:avLst/>
          </a:prstGeom>
          <a:solidFill>
            <a:srgbClr val="1A1A1A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005840"/>
            <a:ext cx="123444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188720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kalloc() + memset()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mappages()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78040" y="1463040"/>
            <a:ext cx="164592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13990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60920" y="1005840"/>
            <a:ext cx="1234440" cy="1005840"/>
          </a:xfrm>
          <a:prstGeom prst="rect">
            <a:avLst/>
          </a:prstGeom>
          <a:solidFill>
            <a:srgbClr val="1A1A1A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60920" y="1005840"/>
            <a:ext cx="123444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1188720"/>
            <a:ext cx="1143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process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2286000"/>
            <a:ext cx="1371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103120"/>
            <a:ext cx="2286000" cy="59436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1214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Kill Process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</a:rPr>
              <a:t>⤵  Address out of bounds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2834640"/>
            <a:ext cx="8229600" cy="2103120"/>
          </a:xfrm>
          <a:prstGeom prst="rect">
            <a:avLst/>
          </a:prstGeom>
          <a:solidFill>
            <a:srgbClr val="091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9077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kernel/trap.c — page fault handler (simplified)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32004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(r_scause() == 13 || r_scause() == 15) {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uint64 va = PGROUNDDOWN(r_stval());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 &lt; p-&gt;sz &amp;&amp; va &gt;= p-&gt;trapframe-&gt;sp) {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*mem = kalloc();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allocate physical page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memset(mem, 0, PGSIZE);  mappages(p-&gt;pagetable, va, PGSIZE, ...);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 p-&gt;killed = 1;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kill on invalid access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55448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/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PASSED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0881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 Basic Lazy Allocation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990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and reads from a lazily-allocated page; confirms page fault handler fires correctly on first access.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1216152"/>
            <a:ext cx="5029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12161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1865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 Large Allocation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1762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a multi-page region; verifies each page is allocated progressively as it is touched, not all at once.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2440" y="1993392"/>
            <a:ext cx="5029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82296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6426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3: Fork Compatibility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9535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allocates lazy memory, writes data, then forks. Child reads the same data — address-space copy works correctly.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2770632"/>
            <a:ext cx="5029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27706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34198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4: Process Size Verification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7307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sbrk(0) returns the updated size immediately, confirming virtual size tracking is accurate even before physical allocation.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92440" y="3547872"/>
            <a:ext cx="5029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35478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51560" y="41970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5: Syscall String Access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45079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in a lazy page is passed to a system call. Confirms the kernel handles lazy pages during syscall memory access.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92440" y="4325112"/>
            <a:ext cx="5029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4023360"/>
          </a:xfrm>
          <a:prstGeom prst="rect">
            <a:avLst/>
          </a:prstGeom>
          <a:solidFill>
            <a:srgbClr val="0A0E1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32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xv6 Terminal — lazytest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lazytest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4401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Lazy Allocation Tests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7602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1: Basic Lazy Allocation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0802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mem[0] = A  |  mem[4095] = Z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1 PASSED 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4003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2: Large Allocation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5603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2 PASSED 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7203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3: Fork with Lazy Memory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8803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Child: memory correct 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0403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3 PASSED 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2004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4: sbrk(0) Size Check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3604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4 PASSED 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5204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5: Syscall String Access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6804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5 PASSED 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0005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All Tests Done! 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160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005840"/>
            <a:ext cx="3840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005840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10424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1353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allocation deferred until actual access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1773936"/>
            <a:ext cx="3840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773936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819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 handling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allocation triggers correctly on demand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542032"/>
            <a:ext cx="3840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542032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924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support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2889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processes inherit lazy pages correctly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310128"/>
            <a:ext cx="3840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310128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355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4924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address spaces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panics on unmapped gaps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4078224"/>
            <a:ext cx="384048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4078224"/>
            <a:ext cx="73152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41239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492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OS behavior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49240" y="4425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demand-paging in modern operating systems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15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Assumptions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356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xv6's VM functions assumed all virtual pages had corresponding physical pages. Missing pages caused kernel panics.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556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uvmunmap() and uvmcopy() to skip missing pages gracefully using PTE_V checks.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822960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50008"/>
            <a:ext cx="109728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1401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73405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page fault should trigger allocation. Accesses below the stack or above p-&gt;sz must be rejected.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05409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boundary checks: faulting address must be ≥ stack pointer and &lt; p-&gt;sz to proceed with allocation.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48456"/>
            <a:ext cx="8229600" cy="117043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48456"/>
            <a:ext cx="109728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1246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Compatibility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03250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fork() copies the parent's address space, lazily-allocated pages that weren't yet mapped would be skipped silently.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35254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uvmcopy() to tolerate unmapped parent pages while still copying all mapped pages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implemented lazy page allocation in xv6 — replacing eager allocation with demand-driven, fault-triggered physical memory assignment.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efficiency increased — no wasted physical pages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behavior now mirrors real OS demand paging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virtual memory &amp; kernel internals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with xv6 kernel modifications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5486400" cy="347472"/>
          </a:xfrm>
          <a:prstGeom prst="rect">
            <a:avLst/>
          </a:prstGeom>
          <a:solidFill>
            <a:srgbClr val="091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6817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GitHub: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github.com/Gehad-Almolla/OS-XV6-Lazy-page-allocation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13716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Lazy Page Allocation in xv6</dc:title>
  <dc:subject>PptxGenJS Presentation</dc:subject>
  <dc:creator>PptxGenJS</dc:creator>
  <cp:lastModifiedBy>PptxGenJS</cp:lastModifiedBy>
  <cp:revision>1</cp:revision>
  <dcterms:created xsi:type="dcterms:W3CDTF">2026-05-18T01:24:55Z</dcterms:created>
  <dcterms:modified xsi:type="dcterms:W3CDTF">2026-05-18T01:24:55Z</dcterms:modified>
</cp:coreProperties>
</file>